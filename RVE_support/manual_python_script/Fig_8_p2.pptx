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52"/>
    <p:restoredTop sz="94658"/>
  </p:normalViewPr>
  <p:slideViewPr>
    <p:cSldViewPr snapToGrid="0" snapToObjects="1">
      <p:cViewPr varScale="1">
        <p:scale>
          <a:sx n="76" d="100"/>
          <a:sy n="76" d="100"/>
        </p:scale>
        <p:origin x="4104" y="5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832BF-0A3B-FF47-A501-611A942EED0D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C9A52-8EF5-0E4E-BEC3-ACF1519C3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476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C9A52-8EF5-0E4E-BEC3-ACF1519C39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4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987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639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64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672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222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5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343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30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86F753-06A5-7C4A-A8C4-0C5B46E5BF7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80965-A4CF-F646-B755-B8EE335E6B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889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E96179-3FD7-9FAB-E6D6-C4D577ECD7D1}"/>
              </a:ext>
            </a:extLst>
          </p:cNvPr>
          <p:cNvSpPr txBox="1"/>
          <p:nvPr/>
        </p:nvSpPr>
        <p:spPr>
          <a:xfrm>
            <a:off x="528688" y="248674"/>
            <a:ext cx="2248379" cy="7786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DUMMY LINK TIES-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29,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29,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29,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31,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31,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31,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33,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33,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33,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35,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35,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35,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32048-2FD7-76A2-5F60-88455085848F}"/>
              </a:ext>
            </a:extLst>
          </p:cNvPr>
          <p:cNvSpPr txBox="1"/>
          <p:nvPr/>
        </p:nvSpPr>
        <p:spPr>
          <a:xfrm>
            <a:off x="2956745" y="367207"/>
            <a:ext cx="2248379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MULTI-POINT CONSTRAINTS (*EQUATION)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FACE MPCs (direction X)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15, 1, 1.0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28,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15, 2, 1.0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15, 3, 1.0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13,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FACE MPCs (direction Y)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17, 1, 1.0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30, 1, -2.0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17, 2, 1.0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17, 3, 1.0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11, 3,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3, -2.0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** --- FACE MPCs (direction Z) ---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23, 1, 1.0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5, 1,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32, 1, -4.0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*EQUATION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23, 2, 1.0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5, 2, -1.0</a:t>
            </a:r>
          </a:p>
          <a:p>
            <a:r>
              <a:rPr lang="en-US" sz="1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34, 2, -4.0</a:t>
            </a:r>
          </a:p>
        </p:txBody>
      </p:sp>
    </p:spTree>
    <p:extLst>
      <p:ext uri="{BB962C8B-B14F-4D97-AF65-F5344CB8AC3E}">
        <p14:creationId xmlns:p14="http://schemas.microsoft.com/office/powerpoint/2010/main" val="2854967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366</Words>
  <Application>Microsoft Macintosh PowerPoint</Application>
  <PresentationFormat>Letter Paper (8.5x11 in)</PresentationFormat>
  <Paragraphs>96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Robert Dodds</dc:creator>
  <cp:lastModifiedBy>Robert Dodds</cp:lastModifiedBy>
  <cp:revision>38</cp:revision>
  <cp:lastPrinted>2012-01-02T14:21:26Z</cp:lastPrinted>
  <dcterms:created xsi:type="dcterms:W3CDTF">2010-12-05T03:52:43Z</dcterms:created>
  <dcterms:modified xsi:type="dcterms:W3CDTF">2026-02-01T14:51:56Z</dcterms:modified>
</cp:coreProperties>
</file>