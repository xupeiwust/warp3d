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28"/>
    <p:restoredTop sz="94658"/>
  </p:normalViewPr>
  <p:slideViewPr>
    <p:cSldViewPr snapToGrid="0" snapToObjects="1">
      <p:cViewPr varScale="1">
        <p:scale>
          <a:sx n="87" d="100"/>
          <a:sy n="87" d="100"/>
        </p:scale>
        <p:origin x="398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832BF-0A3B-FF47-A501-611A942EED0D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C9A52-8EF5-0E4E-BEC3-ACF1519C3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76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C9A52-8EF5-0E4E-BEC3-ACF1519C39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77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8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39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44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72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2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7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38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13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4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03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6F753-06A5-7C4A-A8C4-0C5B46E5BF7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89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44A8609-2B84-5CCD-3971-A848EA76CB6B}"/>
              </a:ext>
            </a:extLst>
          </p:cNvPr>
          <p:cNvSpPr txBox="1"/>
          <p:nvPr/>
        </p:nvSpPr>
        <p:spPr>
          <a:xfrm>
            <a:off x="711610" y="225903"/>
            <a:ext cx="5762932" cy="651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material steel</a:t>
            </a:r>
          </a:p>
          <a:p>
            <a:pPr>
              <a:lnSpc>
                <a:spcPts val="11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properties mises e 30000  nu 0.3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n_power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10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yld_pt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60.e10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$ linear-elastic</a:t>
            </a:r>
          </a:p>
          <a:p>
            <a:pPr>
              <a:lnSpc>
                <a:spcPts val="11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>
              <a:lnSpc>
                <a:spcPts val="11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material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rve_link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properties link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stiff_link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1.0e10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mass_link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0.0</a:t>
            </a:r>
          </a:p>
          <a:p>
            <a:pPr>
              <a:lnSpc>
                <a:spcPts val="11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>
              <a:lnSpc>
                <a:spcPts val="11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structure prism</a:t>
            </a:r>
          </a:p>
          <a:p>
            <a:pPr>
              <a:lnSpc>
                <a:spcPts val="11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! </a:t>
            </a:r>
          </a:p>
          <a:p>
            <a:pPr>
              <a:lnSpc>
                <a:spcPts val="11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number of nodes 35 elements 12</a:t>
            </a:r>
          </a:p>
          <a:p>
            <a:pPr>
              <a:lnSpc>
                <a:spcPts val="11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>
              <a:lnSpc>
                <a:spcPts val="11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elements</a:t>
            </a:r>
          </a:p>
          <a:p>
            <a:pPr>
              <a:lnSpc>
                <a:spcPts val="11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1-8 type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l3disop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linear material steel order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2x2x2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bbar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>
              <a:lnSpc>
                <a:spcPts val="11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center_output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short</a:t>
            </a:r>
          </a:p>
          <a:p>
            <a:pPr>
              <a:lnSpc>
                <a:spcPts val="11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9 10 11 12 type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link2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material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rve_link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! </a:t>
            </a:r>
          </a:p>
          <a:p>
            <a:pPr>
              <a:lnSpc>
                <a:spcPts val="11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*echo off</a:t>
            </a:r>
          </a:p>
          <a:p>
            <a:pPr>
              <a:lnSpc>
                <a:spcPts val="11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*input from file "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coords_incid.inp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>
              <a:lnSpc>
                <a:spcPts val="11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*echo on </a:t>
            </a:r>
          </a:p>
          <a:p>
            <a:pPr>
              <a:lnSpc>
                <a:spcPts val="11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blocking automatic 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*input from file ”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rve_constraints.inp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loading test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nonlinear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step 1 constraints 1.0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! 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nonlinear analysis parameters $ only those really needed here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solution technique sparse direct 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time step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1.0e06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maximum iterations 5 $ global Newton iterations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minimum iterations 1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convergence test norm res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tol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0.001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batch messages off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trace solution on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! 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output model flat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patran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convention text file "model"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compute displacements for loading test step  1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output wide strains 1-8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output wide stresses 1-12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output wide displacements 1-35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output flat text displacements     $ for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ParaView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visualization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output flat text element stresses  $ for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ParaView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visualization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>
              <a:lnSpc>
                <a:spcPts val="1000"/>
              </a:lnSpc>
            </a:pP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stop</a:t>
            </a:r>
          </a:p>
          <a:p>
            <a:pPr>
              <a:lnSpc>
                <a:spcPts val="1100"/>
              </a:lnSpc>
            </a:pP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854967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231</Words>
  <Application>Microsoft Macintosh PowerPoint</Application>
  <PresentationFormat>Letter Paper (8.5x11 in)</PresentationFormat>
  <Paragraphs>47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Dodds</dc:creator>
  <cp:lastModifiedBy>Robert Dodds</cp:lastModifiedBy>
  <cp:revision>26</cp:revision>
  <cp:lastPrinted>2012-01-02T14:21:26Z</cp:lastPrinted>
  <dcterms:created xsi:type="dcterms:W3CDTF">2010-12-05T03:52:43Z</dcterms:created>
  <dcterms:modified xsi:type="dcterms:W3CDTF">2025-12-22T03:30:09Z</dcterms:modified>
</cp:coreProperties>
</file>