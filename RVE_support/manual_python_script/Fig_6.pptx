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28"/>
    <p:restoredTop sz="94658"/>
  </p:normalViewPr>
  <p:slideViewPr>
    <p:cSldViewPr snapToGrid="0" snapToObjects="1">
      <p:cViewPr varScale="1">
        <p:scale>
          <a:sx n="87" d="100"/>
          <a:sy n="87" d="100"/>
        </p:scale>
        <p:origin x="398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2C972E-34DC-C24F-9538-ED0E2B6E37D2}"/>
              </a:ext>
            </a:extLst>
          </p:cNvPr>
          <p:cNvSpPr txBox="1"/>
          <p:nvPr/>
        </p:nvSpPr>
        <p:spPr>
          <a:xfrm>
            <a:off x="711608" y="232350"/>
            <a:ext cx="5718690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comment lines begin with # in column 1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all text beyond a # within a line is treated as comment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number of nodes, elements # do not include dummy nodes/links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number of elements not actually used.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27, 8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Lx, Ly,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Lz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# dimensions of the rectangle prism RVE mesh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1.0, 2.0, 4.0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Vertex nodes of mesh: A, B, C, D, E, F, G. See notes for ordering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1, 3, 21, 19, 7, 9, 27, 25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3x3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**usually** a symmetric** strain tensor. See notes for non-symmetric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Symmetric version conforms to usual tensor definition of strains.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0.1  0.2  0.5  # 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eps_xx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eps_xy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eps_xz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0.2  0.0  0.3  # 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eps_xy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eps_yy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eps_yz</a:t>
            </a:r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0.5  0.3  0.0  # 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eps_xz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eps_yz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eps_zz</a:t>
            </a:r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nodes with absolute constraints = 0 to suppress rigid-body motions.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the generated constraints file will include these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ABS_CONSTRAINTS 1 # just to prevent rigid body motions.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u v w 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At most, 6 dummy node pairs are required to impose all 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quantities of the strain tensor as the RVE loading: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 1 dummy node pair each for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eps_11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eps_22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eps_33</a:t>
            </a:r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 1 dummy node pair for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eps_12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eps_21</a:t>
            </a:r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 1 dummy node pair for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eps_13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eps_31</a:t>
            </a:r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 1 dummy node pair for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eps_23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eps_32</a:t>
            </a:r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Only those actually used need to be specified in the input here.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The script outputs additional absolute constraints to impose non-zero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strain tensor values on the 2nd dummy node attached to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link2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elements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DUMMY_EPS_MAP 7        #  7 lines   &lt; generated constraints&gt;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1 1 28  29 u   #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eps_11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 sets node 29 u =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eps_11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1 2 30  31 u   #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eps_12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 sets node 31 u =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eps_12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2 1 30  31 v   #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eps_21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 sets node 31 v =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eps_21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1 3 32  33 u   #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eps_13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 sets node 33 u =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eps_13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3 1 32  33 w   #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eps_31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 sets node 33 w =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eps_31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2 3 34  35 v   #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eps_23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 sets node 35 v =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eps_23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3 2 34  35 w   #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eps_32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 sets node 35 w =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eps_32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 nodal x, y, z coordinates. must be sequential. script reads only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 number of nodes listed above - set that number to *not* include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 dummy nodes.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1   0.0   0.0   0.0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2   0.5   0.0   0.0</a:t>
            </a:r>
          </a:p>
          <a:p>
            <a:r>
              <a:rPr lang="en-US" sz="900" b="1">
                <a:latin typeface="Courier New" panose="02070309020205020404" pitchFamily="49" charset="0"/>
                <a:cs typeface="Courier New" panose="02070309020205020404" pitchFamily="49" charset="0"/>
              </a:rPr>
              <a:t>      ….</a:t>
            </a:r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27   1.0   2.0   4.0</a:t>
            </a:r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558</Words>
  <Application>Microsoft Macintosh PowerPoint</Application>
  <PresentationFormat>Letter Paper (8.5x11 in)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33</cp:revision>
  <cp:lastPrinted>2012-01-02T14:21:26Z</cp:lastPrinted>
  <dcterms:created xsi:type="dcterms:W3CDTF">2010-12-05T03:52:43Z</dcterms:created>
  <dcterms:modified xsi:type="dcterms:W3CDTF">2025-12-22T16:05:24Z</dcterms:modified>
</cp:coreProperties>
</file>