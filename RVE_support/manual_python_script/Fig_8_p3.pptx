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6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864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528686" y="145435"/>
            <a:ext cx="2248379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23, 3, 1.0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X-Y (-+)/(+-))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16,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16,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16,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X-Y (--)/(++))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18, 1, 1.0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18, 2, 1.0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18, 3, 1.0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X-Z (-+)/(+-))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22,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32, 1, 4.0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2048-2FD7-76A2-5F60-88455085848F}"/>
              </a:ext>
            </a:extLst>
          </p:cNvPr>
          <p:cNvSpPr txBox="1"/>
          <p:nvPr/>
        </p:nvSpPr>
        <p:spPr>
          <a:xfrm>
            <a:off x="2956745" y="367207"/>
            <a:ext cx="224837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22,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X-Z (--)/(++))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24, 3, 1.0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EDGE MPCs (type Y-Z (-+)/(+-))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408</Words>
  <Application>Microsoft Macintosh PowerPoint</Application>
  <PresentationFormat>Letter Paper (8.5x11 in)</PresentationFormat>
  <Paragraphs>95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39</cp:revision>
  <cp:lastPrinted>2012-01-02T14:21:26Z</cp:lastPrinted>
  <dcterms:created xsi:type="dcterms:W3CDTF">2010-12-05T03:52:43Z</dcterms:created>
  <dcterms:modified xsi:type="dcterms:W3CDTF">2026-02-01T14:55:21Z</dcterms:modified>
</cp:coreProperties>
</file>