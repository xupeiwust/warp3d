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46"/>
    <p:restoredTop sz="94658"/>
  </p:normalViewPr>
  <p:slideViewPr>
    <p:cSldViewPr snapToGrid="0" snapToObjects="1">
      <p:cViewPr varScale="1">
        <p:scale>
          <a:sx n="87" d="100"/>
          <a:sy n="87" d="100"/>
        </p:scale>
        <p:origin x="3864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2832BF-0A3B-FF47-A501-611A942EED0D}" type="datetimeFigureOut">
              <a:rPr lang="en-US" smtClean="0"/>
              <a:t>2/1/26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7C9A52-8EF5-0E4E-BEC3-ACF1519C3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476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C9A52-8EF5-0E4E-BEC3-ACF1519C39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477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987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639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644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672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222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773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5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338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413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343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303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889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E96179-3FD7-9FAB-E6D6-C4D577ECD7D1}"/>
              </a:ext>
            </a:extLst>
          </p:cNvPr>
          <p:cNvSpPr txBox="1"/>
          <p:nvPr/>
        </p:nvSpPr>
        <p:spPr>
          <a:xfrm>
            <a:off x="912144" y="705874"/>
            <a:ext cx="5768875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*****************Start Step 1 -----------------------------------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*STEP,AMPLITUDE=RAMP,INC=1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Step 1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*STATIC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1,1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 Enforced strain tensor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eps_ij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(row-wise):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   row 1: 0.1  0.2  0.5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   row 2: 0.2  0.0  0.3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   row 3: 0.5  0.3  0.0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 Dummy strain mapping (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eps_ij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-&gt;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dummy_node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driver_node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dof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   eps_11 -&gt; dummy 28 u,  driver 29 u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   eps_12 -&gt; dummy 30 u,  driver 31 u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   eps_13 -&gt; dummy 32 u,  driver 33 u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   eps_21 -&gt; dummy 30 v,  driver 31 v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   eps_23 -&gt; dummy 34 v,  driver 35 v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   eps_31 -&gt; dummy 32 w,  driver 33 w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   eps_32 -&gt; dummy 34 w,  driver 35 w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 --- BOUNDARY (absolute constraints) ---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*BOUNDARY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29, 1, 1, 0.1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31, 1, 1, 0.2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31, 2, 2, 0.2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33, 1, 1, 0.5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33, 3, 3, 0.5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35, 2, 2, 0.3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35, 3, 3, 0.3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1, 1, 1, 0.0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1, 2, 2, 0.0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1, 3, 3, 0.0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 Total zero absolute constraints (final, incl. implied): 3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 Total driver constraints (from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eps_ij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): 7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 Total MPC equations emitted: 39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 ------------------------------------------------------------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*node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print,freq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=1,nset=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nall</a:t>
            </a: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u,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print,freq</a:t>
            </a:r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=1,elset=</a:t>
            </a:r>
            <a:r>
              <a:rPr lang="en-US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eall</a:t>
            </a:r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*END STEP</a:t>
            </a:r>
          </a:p>
          <a:p>
            <a:endParaRPr lang="en-US" sz="1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4967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302</Words>
  <Application>Microsoft Macintosh PowerPoint</Application>
  <PresentationFormat>Letter Paper (8.5x11 in)</PresentationFormat>
  <Paragraphs>45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 Dodds</dc:creator>
  <cp:lastModifiedBy>Robert Dodds</cp:lastModifiedBy>
  <cp:revision>41</cp:revision>
  <cp:lastPrinted>2012-01-02T14:21:26Z</cp:lastPrinted>
  <dcterms:created xsi:type="dcterms:W3CDTF">2010-12-05T03:52:43Z</dcterms:created>
  <dcterms:modified xsi:type="dcterms:W3CDTF">2026-02-01T15:00:53Z</dcterms:modified>
</cp:coreProperties>
</file>