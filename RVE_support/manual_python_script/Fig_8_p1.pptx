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42"/>
    <p:restoredTop sz="94659"/>
  </p:normalViewPr>
  <p:slideViewPr>
    <p:cSldViewPr snapToGrid="0" snapToObjects="1">
      <p:cViewPr varScale="1">
        <p:scale>
          <a:sx n="100" d="100"/>
          <a:sy n="100" d="100"/>
        </p:scale>
        <p:origin x="2344" y="4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96179-3FD7-9FAB-E6D6-C4D577ECD7D1}"/>
              </a:ext>
            </a:extLst>
          </p:cNvPr>
          <p:cNvSpPr txBox="1"/>
          <p:nvPr/>
        </p:nvSpPr>
        <p:spPr>
          <a:xfrm>
            <a:off x="528688" y="248674"/>
            <a:ext cx="5394223" cy="855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*HEADING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**PREPRINT,HISTORY=NO,ECHO=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no,MODEL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=NO,CONTACT=NO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*NODE, SYSTEM=R, NSET=NALL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1,   0.0,  0.0,  0.0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2,   0.5,  0.0,  0.0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3,   1.0,  0.0,  0.0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4,   0.0,  1.0,  0.0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5,   0.5,  1.0,  0.0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6,   1.0,  1.0,  0.0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7,   0.0,  2.0,  0.0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8,   0.5,  2.0,  0.0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9,   1.0,  2.0,  0.0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10,   0.0,  0.0,  2.0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11,   0.5,  0.0,  2.0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12,   1.0,  0.0,  2.0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13,   0.0,  1.0,  2.0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14,   0.5,  1.0,  2.0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15,   1.0,  1.0,  2.0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16,   0.0,  2.0,  2.0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17,   0.5,  2.0,  2.0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18,   1.0,  2.0,  2.0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19,   0.0,  0.0,  4.0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20,   0.5,  0.0,  4.0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21,   1.0,  0.0,  4.0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22,   0.0,  1.0,  4.0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23,   0.5,  1.0,  4.0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24,   1.0,  1.0,  4.0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25,   0.0,  2.0,  4.0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26,   0.5,  2.0,  4.0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27,   1.0,  2.0,  4.0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28, 10., 10., 10.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29, 10., 10., 10.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30, 10., 10., 10.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31, 10., 10., 10.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32, 10., 10., 10.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33, 10., 10., 10.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34, 10., 10., 10.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35, 10., 10., 10.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*ELEMENT,TYPE=C3D8  ,ELSET=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eall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1,    1,    2,    5,    4,   10,   11,   14,   13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2,    2,    3,    6,    5,   11,   12,   15,   14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3,    4,    5,    8,    7,   13,   14,   17,   16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4,    5,    6,    9,    8,   14,   15,   18,   17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5,   10,   11,   14,   13,   19,   20,   23,   22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6,   11,   12,   15,   14,   20,   21,   24,   23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7,   13,   14,   17,   16,   22,   23,   26,   25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8,   14,   15,   18,   17,   23,   24,   27,   26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*SOLID SECTION,ELSET=EALL,MATERIAL=steel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*MATERIAL,NAME=steel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*elastic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30000., 0.30</a:t>
            </a: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472</Words>
  <Application>Microsoft Macintosh PowerPoint</Application>
  <PresentationFormat>Letter Paper (8.5x11 in)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37</cp:revision>
  <cp:lastPrinted>2012-01-02T14:21:26Z</cp:lastPrinted>
  <dcterms:created xsi:type="dcterms:W3CDTF">2010-12-05T03:52:43Z</dcterms:created>
  <dcterms:modified xsi:type="dcterms:W3CDTF">2026-02-01T14:47:57Z</dcterms:modified>
</cp:coreProperties>
</file>