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2"/>
    <p:restoredTop sz="94658"/>
  </p:normalViewPr>
  <p:slideViewPr>
    <p:cSldViewPr snapToGrid="0" snapToObjects="1">
      <p:cViewPr varScale="1">
        <p:scale>
          <a:sx n="76" d="100"/>
          <a:sy n="76" d="100"/>
        </p:scale>
        <p:origin x="3016" y="5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4C119-B156-88E6-1974-13978C70F0C6}"/>
              </a:ext>
            </a:extLst>
          </p:cNvPr>
          <p:cNvSpPr txBox="1"/>
          <p:nvPr/>
        </p:nvSpPr>
        <p:spPr>
          <a:xfrm>
            <a:off x="905853" y="512869"/>
            <a:ext cx="1331070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Coordinates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6A6BE-E2D9-631A-3920-09C963CA8CA9}"/>
              </a:ext>
            </a:extLst>
          </p:cNvPr>
          <p:cNvSpPr txBox="1"/>
          <p:nvPr/>
        </p:nvSpPr>
        <p:spPr>
          <a:xfrm>
            <a:off x="768242" y="821594"/>
            <a:ext cx="1565809" cy="4939814"/>
          </a:xfrm>
          <a:prstGeom prst="rect">
            <a:avLst/>
          </a:prstGeom>
          <a:noFill/>
          <a:ln w="10000" cap="flat" cmpd="sng" algn="ctr">
            <a:noFill/>
            <a:prstDash val="solid"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sz="900" b="1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 1  0.0  0.0  0.0</a:t>
            </a:r>
          </a:p>
          <a:p>
            <a:r>
              <a:rPr lang="en-US" dirty="0"/>
              <a:t> 2  0.5  0.0  0.0</a:t>
            </a:r>
          </a:p>
          <a:p>
            <a:r>
              <a:rPr lang="en-US" dirty="0"/>
              <a:t> 3  1.0  0.0  0.0</a:t>
            </a:r>
          </a:p>
          <a:p>
            <a:r>
              <a:rPr lang="en-US" dirty="0"/>
              <a:t> 4  0.0  1.0  0.0</a:t>
            </a:r>
          </a:p>
          <a:p>
            <a:r>
              <a:rPr lang="en-US" dirty="0"/>
              <a:t> 5  0.5  1.0  0.0</a:t>
            </a:r>
          </a:p>
          <a:p>
            <a:r>
              <a:rPr lang="en-US" dirty="0"/>
              <a:t> 6  1.0  1.0  0.0</a:t>
            </a:r>
          </a:p>
          <a:p>
            <a:r>
              <a:rPr lang="en-US" dirty="0"/>
              <a:t> 7  0.0  2.0  0.0</a:t>
            </a:r>
          </a:p>
          <a:p>
            <a:r>
              <a:rPr lang="en-US" dirty="0"/>
              <a:t> 8  0.5  2.0  0.0</a:t>
            </a:r>
          </a:p>
          <a:p>
            <a:r>
              <a:rPr lang="en-US" dirty="0"/>
              <a:t> 9  1.0  2.0  0.0</a:t>
            </a:r>
          </a:p>
          <a:p>
            <a:r>
              <a:rPr lang="en-US" dirty="0"/>
              <a:t>10  0.0  0.0  2.0</a:t>
            </a:r>
          </a:p>
          <a:p>
            <a:r>
              <a:rPr lang="en-US" dirty="0"/>
              <a:t>11  0.5  0.0  2.0</a:t>
            </a:r>
          </a:p>
          <a:p>
            <a:r>
              <a:rPr lang="en-US" dirty="0"/>
              <a:t>12  1.0  0.0  2.0</a:t>
            </a:r>
          </a:p>
          <a:p>
            <a:r>
              <a:rPr lang="en-US" dirty="0"/>
              <a:t>13  0.0  1.0  2.0</a:t>
            </a:r>
          </a:p>
          <a:p>
            <a:r>
              <a:rPr lang="en-US" dirty="0"/>
              <a:t>14  0.5  1.0  2.0</a:t>
            </a:r>
          </a:p>
          <a:p>
            <a:r>
              <a:rPr lang="en-US" dirty="0"/>
              <a:t>15  1.0  1.0  2.0</a:t>
            </a:r>
          </a:p>
          <a:p>
            <a:r>
              <a:rPr lang="en-US" dirty="0"/>
              <a:t>16  0.0  2.0  2.0</a:t>
            </a:r>
          </a:p>
          <a:p>
            <a:r>
              <a:rPr lang="en-US" dirty="0"/>
              <a:t>17  0.5  2.0  2.0</a:t>
            </a:r>
          </a:p>
          <a:p>
            <a:r>
              <a:rPr lang="en-US" dirty="0"/>
              <a:t>18  1.0  2.0  2.0</a:t>
            </a:r>
          </a:p>
          <a:p>
            <a:r>
              <a:rPr lang="en-US" dirty="0"/>
              <a:t>19  0.0  0.0  4.0</a:t>
            </a:r>
          </a:p>
          <a:p>
            <a:r>
              <a:rPr lang="en-US" dirty="0"/>
              <a:t>20  0.5  0.0  4.0</a:t>
            </a:r>
          </a:p>
          <a:p>
            <a:r>
              <a:rPr lang="en-US" dirty="0"/>
              <a:t>21  1.0  0.0  4.0</a:t>
            </a:r>
          </a:p>
          <a:p>
            <a:r>
              <a:rPr lang="en-US" dirty="0"/>
              <a:t>22  0.0  1.0  4.0</a:t>
            </a:r>
          </a:p>
          <a:p>
            <a:r>
              <a:rPr lang="en-US" dirty="0"/>
              <a:t>23  0.5  1.0  4.0</a:t>
            </a:r>
          </a:p>
          <a:p>
            <a:r>
              <a:rPr lang="en-US" dirty="0"/>
              <a:t>24  1.0  1.0  4.0</a:t>
            </a:r>
          </a:p>
          <a:p>
            <a:r>
              <a:rPr lang="en-US" dirty="0"/>
              <a:t>25  0.0  2.0  4.0</a:t>
            </a:r>
          </a:p>
          <a:p>
            <a:r>
              <a:rPr lang="en-US" dirty="0"/>
              <a:t>26  0.5  2.0  4.0</a:t>
            </a:r>
          </a:p>
          <a:p>
            <a:pPr marL="228600" indent="-228600">
              <a:buAutoNum type="arabicPlain" startAt="27"/>
            </a:pPr>
            <a:r>
              <a:rPr lang="en-US" dirty="0"/>
              <a:t>1.0  2.0  4.0</a:t>
            </a:r>
          </a:p>
          <a:p>
            <a:pPr marL="228600" indent="-228600">
              <a:buAutoNum type="arabicPlain" startAt="27"/>
            </a:pPr>
            <a:r>
              <a:rPr lang="en-US" dirty="0"/>
              <a:t>10 10 10</a:t>
            </a:r>
          </a:p>
          <a:p>
            <a:pPr marL="228600" indent="-228600">
              <a:buAutoNum type="arabicPlain" startAt="27"/>
            </a:pPr>
            <a:r>
              <a:rPr lang="en-US" dirty="0"/>
              <a:t>10 10 10</a:t>
            </a:r>
          </a:p>
          <a:p>
            <a:pPr marL="228600" indent="-228600">
              <a:buAutoNum type="arabicPlain" startAt="27"/>
            </a:pPr>
            <a:r>
              <a:rPr lang="en-US" dirty="0"/>
              <a:t>10 10 10</a:t>
            </a:r>
          </a:p>
          <a:p>
            <a:pPr marL="228600" indent="-228600">
              <a:buAutoNum type="arabicPlain" startAt="27"/>
            </a:pPr>
            <a:r>
              <a:rPr lang="en-US" dirty="0"/>
              <a:t>10 10 10</a:t>
            </a:r>
          </a:p>
          <a:p>
            <a:pPr marL="228600" indent="-228600">
              <a:buAutoNum type="arabicPlain" startAt="27"/>
            </a:pPr>
            <a:r>
              <a:rPr lang="en-US" dirty="0"/>
              <a:t>10 10 10</a:t>
            </a:r>
          </a:p>
          <a:p>
            <a:pPr marL="228600" indent="-228600">
              <a:buAutoNum type="arabicPlain" startAt="27"/>
            </a:pPr>
            <a:r>
              <a:rPr lang="en-US" dirty="0"/>
              <a:t>10 10 10 </a:t>
            </a:r>
          </a:p>
          <a:p>
            <a:pPr marL="228600" indent="-228600">
              <a:buAutoNum type="arabicPlain" startAt="27"/>
            </a:pPr>
            <a:r>
              <a:rPr lang="en-US" dirty="0"/>
              <a:t>10 10 10</a:t>
            </a:r>
          </a:p>
          <a:p>
            <a:pPr marL="228600" indent="-228600">
              <a:buAutoNum type="arabicPlain" startAt="27"/>
            </a:pPr>
            <a:r>
              <a:rPr lang="en-US" dirty="0"/>
              <a:t>10 10 10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BE5F5-890C-C434-E2D7-89428248781B}"/>
              </a:ext>
            </a:extLst>
          </p:cNvPr>
          <p:cNvSpPr txBox="1"/>
          <p:nvPr/>
        </p:nvSpPr>
        <p:spPr>
          <a:xfrm>
            <a:off x="1937046" y="4903002"/>
            <a:ext cx="995810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latin typeface="Calibri" charset="0"/>
                <a:ea typeface="Calibri" charset="0"/>
                <a:cs typeface="Calibri" charset="0"/>
              </a:rPr>
              <a:t>Dummy nodes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624CCCE-F3E5-4E99-C621-80CF328D82CA}"/>
              </a:ext>
            </a:extLst>
          </p:cNvPr>
          <p:cNvSpPr/>
          <p:nvPr/>
        </p:nvSpPr>
        <p:spPr>
          <a:xfrm>
            <a:off x="1785780" y="4653964"/>
            <a:ext cx="129538" cy="959951"/>
          </a:xfrm>
          <a:prstGeom prst="rightBrac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FCE7B-6311-89D1-D423-4419DDC758AE}"/>
              </a:ext>
            </a:extLst>
          </p:cNvPr>
          <p:cNvSpPr txBox="1"/>
          <p:nvPr/>
        </p:nvSpPr>
        <p:spPr>
          <a:xfrm>
            <a:off x="3285910" y="556570"/>
            <a:ext cx="1186543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Incidences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0EC567-F50A-46C4-4165-FD4D0DDFB668}"/>
              </a:ext>
            </a:extLst>
          </p:cNvPr>
          <p:cNvSpPr txBox="1"/>
          <p:nvPr/>
        </p:nvSpPr>
        <p:spPr>
          <a:xfrm>
            <a:off x="2471662" y="1045611"/>
            <a:ext cx="3799281" cy="1892826"/>
          </a:xfrm>
          <a:prstGeom prst="rect">
            <a:avLst/>
          </a:prstGeom>
          <a:noFill/>
          <a:ln w="10000" cap="flat" cmpd="sng" algn="ctr">
            <a:noFill/>
            <a:prstDash val="solid"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b="1" dirty="0"/>
              <a:t>1     1     2     5     4    10    11    14    13</a:t>
            </a:r>
          </a:p>
          <a:p>
            <a:r>
              <a:rPr lang="en-US" b="1" dirty="0"/>
              <a:t>2     2     3     6     5    11    12    15    14</a:t>
            </a:r>
          </a:p>
          <a:p>
            <a:r>
              <a:rPr lang="en-US" b="1" dirty="0"/>
              <a:t>3     4     5     8     7    13    14    17    16</a:t>
            </a:r>
          </a:p>
          <a:p>
            <a:r>
              <a:rPr lang="en-US" b="1" dirty="0"/>
              <a:t>4     5     6     9     8    14    15    18    17</a:t>
            </a:r>
          </a:p>
          <a:p>
            <a:r>
              <a:rPr lang="en-US" b="1" dirty="0"/>
              <a:t>5    10    11    14    13    19    20    23    22</a:t>
            </a:r>
          </a:p>
          <a:p>
            <a:r>
              <a:rPr lang="en-US" b="1" dirty="0"/>
              <a:t>6    11    12    15    14    20    21    24    23</a:t>
            </a:r>
          </a:p>
          <a:p>
            <a:r>
              <a:rPr lang="en-US" b="1" dirty="0"/>
              <a:t>7    13    14    17    16    22    23    26    25</a:t>
            </a:r>
          </a:p>
          <a:p>
            <a:pPr marL="228600" indent="-228600">
              <a:buAutoNum type="arabicPlain" startAt="8"/>
            </a:pPr>
            <a:r>
              <a:rPr lang="en-US" b="1" dirty="0"/>
              <a:t>  14    15    18    17    23    24    27    26</a:t>
            </a:r>
          </a:p>
          <a:p>
            <a:pPr marL="228600" indent="-228600">
              <a:buAutoNum type="arabicPlain" startAt="8"/>
            </a:pPr>
            <a:r>
              <a:rPr lang="en-US" b="1" dirty="0"/>
              <a:t>  28 29</a:t>
            </a:r>
          </a:p>
          <a:p>
            <a:pPr marL="228600" indent="-228600">
              <a:buAutoNum type="arabicPlain" startAt="8"/>
            </a:pPr>
            <a:r>
              <a:rPr lang="en-US" b="1" dirty="0"/>
              <a:t>  30 31</a:t>
            </a:r>
          </a:p>
          <a:p>
            <a:pPr marL="228600" indent="-228600">
              <a:buAutoNum type="arabicPlain" startAt="8"/>
            </a:pPr>
            <a:r>
              <a:rPr lang="en-US" b="1" dirty="0"/>
              <a:t>  32 33</a:t>
            </a:r>
          </a:p>
          <a:p>
            <a:pPr marL="228600" indent="-228600">
              <a:buAutoNum type="arabicPlain" startAt="8"/>
            </a:pPr>
            <a:r>
              <a:rPr lang="en-US" b="1" dirty="0"/>
              <a:t>  34 35</a:t>
            </a:r>
          </a:p>
          <a:p>
            <a:pPr marL="228600" indent="-228600">
              <a:buAutoNum type="arabicPlain" startAt="8"/>
            </a:pP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EE5F18-694F-15A7-60CB-9D59162A2F57}"/>
              </a:ext>
            </a:extLst>
          </p:cNvPr>
          <p:cNvSpPr/>
          <p:nvPr/>
        </p:nvSpPr>
        <p:spPr>
          <a:xfrm>
            <a:off x="6139412" y="1045611"/>
            <a:ext cx="461246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A399C-E695-AC64-DCBA-DEA7AA4C0A0C}"/>
              </a:ext>
            </a:extLst>
          </p:cNvPr>
          <p:cNvSpPr txBox="1"/>
          <p:nvPr/>
        </p:nvSpPr>
        <p:spPr>
          <a:xfrm>
            <a:off x="3544883" y="2384541"/>
            <a:ext cx="1491955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charset="0"/>
                <a:ea typeface="Calibri" charset="0"/>
                <a:cs typeface="Calibri" charset="0"/>
              </a:rPr>
              <a:t>Link2</a:t>
            </a:r>
            <a:r>
              <a:rPr lang="en-US" sz="1200" dirty="0">
                <a:latin typeface="Calibri" charset="0"/>
                <a:ea typeface="Calibri" charset="0"/>
                <a:cs typeface="Calibri" charset="0"/>
              </a:rPr>
              <a:t> elements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01D36199-1E6B-E79A-C364-7D61AB435E2F}"/>
              </a:ext>
            </a:extLst>
          </p:cNvPr>
          <p:cNvSpPr/>
          <p:nvPr/>
        </p:nvSpPr>
        <p:spPr>
          <a:xfrm>
            <a:off x="3300022" y="2223624"/>
            <a:ext cx="193295" cy="504675"/>
          </a:xfrm>
          <a:prstGeom prst="rightBrac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08ED06-5980-73FB-20A4-E9570C5C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86" r="1" b="-6004"/>
          <a:stretch>
            <a:fillRect/>
          </a:stretch>
        </p:blipFill>
        <p:spPr>
          <a:xfrm>
            <a:off x="3285909" y="2940360"/>
            <a:ext cx="3021303" cy="32918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3CCD97D-9265-A4FF-FCEC-4C8DE550A418}"/>
              </a:ext>
            </a:extLst>
          </p:cNvPr>
          <p:cNvSpPr/>
          <p:nvPr/>
        </p:nvSpPr>
        <p:spPr>
          <a:xfrm>
            <a:off x="3032071" y="3291501"/>
            <a:ext cx="461246" cy="15090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231</Words>
  <Application>Microsoft Macintosh PowerPoint</Application>
  <PresentationFormat>Letter Paper (8.5x11 in)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25</cp:revision>
  <cp:lastPrinted>2012-01-02T14:21:26Z</cp:lastPrinted>
  <dcterms:created xsi:type="dcterms:W3CDTF">2010-12-05T03:52:43Z</dcterms:created>
  <dcterms:modified xsi:type="dcterms:W3CDTF">2025-12-23T03:56:33Z</dcterms:modified>
</cp:coreProperties>
</file>