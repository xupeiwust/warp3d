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28"/>
    <p:restoredTop sz="94658"/>
  </p:normalViewPr>
  <p:slideViewPr>
    <p:cSldViewPr snapToGrid="0" snapToObjects="1">
      <p:cViewPr varScale="1">
        <p:scale>
          <a:sx n="87" d="100"/>
          <a:sy n="87" d="100"/>
        </p:scale>
        <p:origin x="398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E96179-3FD7-9FAB-E6D6-C4D577ECD7D1}"/>
              </a:ext>
            </a:extLst>
          </p:cNvPr>
          <p:cNvSpPr txBox="1"/>
          <p:nvPr/>
        </p:nvSpPr>
        <p:spPr>
          <a:xfrm>
            <a:off x="731888" y="235974"/>
            <a:ext cx="5394223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------------------------------------------------------------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Enforced strain tensor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eps_ij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(row-wise):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  row 1: 0.1  0.2  0.5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  row 2: 0.2  0.0  0.3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  row 3: 0.5  0.3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Dummy strain mapping 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eps_ij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dummy_node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driver_node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eps_11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dummy 28 u,  driver 29 u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eps_12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dummy 30 u,  driver 31 u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eps_13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dummy 32 u,  driver 33 u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eps_21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dummy 30 v,  driver 31 v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eps_23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dummy 34 v,  driver 35 v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eps_31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dummy 32 w,  driver 33 w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eps_32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dummy 34 w,  driver 35 w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--- ABSOLUTE CONSTRAINTS (must appear before 'multipoint')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constraints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29 u 0.1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31 u 0.2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31 v 0.2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33 u 0.5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33 w 0.5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35 v 0.3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35 w 0.3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 u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 v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 w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multipoint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15 1.0 u  - 13 1.0 u  - 28 1.0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15 1.0 v  - 13 1.0 v  - 30 1.0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15 1.0 w  - 13 1.0 w  - 32 1.0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17 1.0 u  - 11 1.0 u  - 30 2.0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17 1.0 v  - 11 1.0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17 1.0 w  - 11 1.0 w  - 34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23 1.0 u  - 5 1.0 u  - 32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23 1.0 v  - 5 1.0 v  - 34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23 1.0 w  - 5 1.0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18 1.0 u  - 10 1.0 u  - 28 1.0 u  - 30 2.0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…  same as Figure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5a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25 1.0 w  - 3 1.0 w  + 32 1.0 w  - 34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21 1.0 u  - 7 1.0 u  - 28 1.0 u  + 30 2.0 u  - 32 4.0 u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21 1.0 v  - 7 1.0 v  - 30 1.0 v  - 34 4.0 v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21 1.0 w  - 7 1.0 w  - 32 1.0 w  + 34 2.0 w = 0.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Total zero absolute constraints (final, incl. implied): 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Total driver constraints (from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eps_ij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 7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Total MPC equations emitted: 39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 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460</Words>
  <Application>Microsoft Macintosh PowerPoint</Application>
  <PresentationFormat>Letter Paper (8.5x11 in)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36</cp:revision>
  <cp:lastPrinted>2012-01-02T14:21:26Z</cp:lastPrinted>
  <dcterms:created xsi:type="dcterms:W3CDTF">2010-12-05T03:52:43Z</dcterms:created>
  <dcterms:modified xsi:type="dcterms:W3CDTF">2025-12-22T16:18:25Z</dcterms:modified>
</cp:coreProperties>
</file>