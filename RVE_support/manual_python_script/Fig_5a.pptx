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28"/>
    <p:restoredTop sz="94658"/>
  </p:normalViewPr>
  <p:slideViewPr>
    <p:cSldViewPr snapToGrid="0" snapToObjects="1">
      <p:cViewPr varScale="1">
        <p:scale>
          <a:sx n="76" d="100"/>
          <a:sy n="76" d="100"/>
        </p:scale>
        <p:origin x="4224" y="5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E96179-3FD7-9FAB-E6D6-C4D577ECD7D1}"/>
              </a:ext>
            </a:extLst>
          </p:cNvPr>
          <p:cNvSpPr txBox="1"/>
          <p:nvPr/>
        </p:nvSpPr>
        <p:spPr>
          <a:xfrm>
            <a:off x="1055329" y="277488"/>
            <a:ext cx="5019982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constraints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 u 0.0 v 0.0 w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29 u 0.1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31 u 0.2 v 0.2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33 u 0.5 w 0.5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35 v 0.3 w 0.3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multipoint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15 1.0 u  - 13 1.0 u  - 28 1.0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15 1.0 v  - 13 1.0 v  - 30 1.0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15 1.0 w  - 13 1.0 w  - 32 1.0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17 1.0 u  - 11 1.0 u  - 30 2.0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17 1.0 v  - 11 1.0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17 1.0 w  - 11 1.0 w  - 34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23 1.0 u  - 5 1.0 u  - 32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23 1.0 v  - 5 1.0 v  - 34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23 1.0 w  - 5 1.0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18 1.0 u  - 10 1.0 u  - 28 1.0 u  - 30 2.0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18 1.0 v  - 10 1.0 v  - 30 1.0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18 1.0 w  - 10 1.0 w  - 32 1.0 w  - 34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1.0 u  - 16 1.0 u  - 28 1.0 u  + 30 2.0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1.0 v  - 16 1.0 v  - 30 1.0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1.0 w  - 16 1.0 w  - 32 1.0 w  + 34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24 1.0 u  - 4 1.0 u  - 28 1.0 u  - 32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24 1.0 v  - 4 1.0 v  - 30 1.0 v  - 34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24 1.0 w  - 4 1.0 w  - 32 1.0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6 1.0 u  - 22 1.0 u  - 28 1.0 u  + 32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6 1.0 v  - 22 1.0 v  - 30 1.0 v  + 34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6 1.0 w  - 22 1.0 w  - 32 1.0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26 1.0 u  - 2 1.0 u  - 30 2.0 u  - 32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26 1.0 v  - 2 1.0 v  - 34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26 1.0 w  - 2 1.0 w  - 34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8 1.0 u  - 20 1.0 u  - 30 2.0 u  + 32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8 1.0 v  - 20 1.0 v  + 34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8 1.0 w  - 20 1.0 w  - 34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27 1.0 u  - 28 1.0 u  - 30 2.0 u  - 32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27 1.0 v  - 30 1.0 v  - 34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27 1.0 w  - 32 1.0 w  - 34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9 1.0 u  - 19 1.0 u  - 28 1.0 u  - 30 2.0 u  + 32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9 1.0 v  - 19 1.0 v  - 30 1.0 v  + 34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9 1.0 w  - 19 1.0 w  - 32 1.0 w  - 34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25 1.0 u  - 3 1.0 u  + 28 1.0 u  - 30 2.0 u  - 32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25 1.0 v  - 3 1.0 v  + 30 1.0 v  - 34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25 1.0 w  - 3 1.0 w  + 32 1.0 w  - 34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21 1.0 u  - 7 1.0 u  - 28 1.0 u  + 30 2.0 u  - 32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21 1.0 v  - 7 1.0 v  - 30 1.0 v  - 34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21 1.0 w  - 7 1.0 w  - 32 1.0 w  + 34 2.0 w = 0.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705</Words>
  <Application>Microsoft Macintosh PowerPoint</Application>
  <PresentationFormat>Letter Paper (8.5x11 in)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37</cp:revision>
  <cp:lastPrinted>2012-01-02T14:21:26Z</cp:lastPrinted>
  <dcterms:created xsi:type="dcterms:W3CDTF">2010-12-05T03:52:43Z</dcterms:created>
  <dcterms:modified xsi:type="dcterms:W3CDTF">2025-12-22T16:27:10Z</dcterms:modified>
</cp:coreProperties>
</file>